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7909-DAF8-4FC1-9795-28F9EAF2C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86C75-8143-4D7C-8C0F-0A856D581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04191-CA4E-48D4-9A00-00ADC91C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A033A-2EA7-4849-859F-692EA20A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706B5-E5E3-446C-9124-BE06071C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77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819A-79AD-4269-BBA3-FA1DFA86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1A21-3558-4934-A887-269C92D83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ED613-AFF1-4F65-AAC4-3A579E40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E346C-3F9C-4427-BE4C-C30A2B23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1A5F-4B7D-489B-9B6A-53FBCBB7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26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782-8E96-41A0-854A-72B64124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A3CD-78F2-4C9A-A620-26EE743EF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7040-5BE5-4645-9817-5F521229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80A26-3E9F-40F7-9656-D6BA1023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63359-8861-44F0-81E7-9557C23B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31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1506-A951-4F87-BB2A-50715F24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79EE-793E-4A50-883F-2E6850523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F378E-C143-422C-AD49-61F3D8ADC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ABF3-CB35-464B-918C-39718FC3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562E6-4BEC-4B1D-90B9-47A3953E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C52A8-65B5-46E4-BFE7-08640112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53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BDB1-8F49-498C-94DB-DAEAC945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FC479-7EA4-48D1-91A2-8972B76B0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41559-CCA6-48C9-AEFF-93BA964AD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0F47A-DD0B-46CF-95CE-E2A21072E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ABCA3-34B7-4346-A5D3-107771A96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7AD00-1E73-4179-B067-E5D358A3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03735-D93F-4C95-A6FC-730B121D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A7DFA-654F-4B9A-9FE7-B0445E73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05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FBA6-CDBC-480A-859B-78ABF115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F4C24-CF68-4D8A-B3A4-18BCA9EE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295A2-7085-4E65-8D07-4AA090DE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0A870-021F-4B03-B9D4-86A1995F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07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934F6-1F71-4A1F-860D-9F536A64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74E05-DD48-4029-A198-625C335D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25CDD-38BA-4BE5-9E3A-516D6336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17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9025-AFAD-4E0E-88D5-0D6C68094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C40F-5BE8-4FBD-A81A-D7729965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48A5F-05E8-487B-AB01-A0FD1AB42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02B11-B1AA-42B6-8E31-D4583C64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08FB7-4373-44C4-AA1A-4E789DBC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A092-D106-42D1-B4C4-5CAA9C6A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77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647E-4E7A-472A-AC5E-17CACEAA0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7DD0C-6B80-43EE-916E-27A66FF1F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C5C00-8B77-4A3D-90CC-934B89E7F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2FE6B-A26E-422C-A833-E64B30A5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261C8-4C39-4CE6-862C-68481DA8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1B3E4-7B61-42CB-B398-3255FCBE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69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4F48-C88F-4BBB-9135-8FB273BD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4D82E-D8AA-4B29-8384-DDDDB238B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8A01-AB99-4CDA-B19F-547E305F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5FB9D-B496-49A2-A5BC-BE012197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1763-3FDC-4F41-91D1-AC6AB0A2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29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A3A8E-18E1-4882-9FD8-7CC5D2B19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FE44C-6B1B-4936-AB29-6054B8E46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6A329-EA86-4C38-A309-6626BCC9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89B6C-7A6E-41FE-9B69-22EB1A12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6A38F-5952-4852-B753-321B5669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07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6BA37-F043-4C3C-BE29-9773375B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4274A-9B4B-4196-8818-28F7692DE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D52F-B084-42F2-B0BF-B0BFD571C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729B4-1550-4ACB-830B-54AAA42B0D1D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2443B-1589-40E1-8FD6-52FE008AB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E9E8-0227-4F60-AA4C-448BD9220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C36D0-D89D-4B7A-B6BD-865FBFE81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4F2E-5E9D-45BF-97DB-DA0E32275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9778"/>
          </a:xfrm>
        </p:spPr>
        <p:txBody>
          <a:bodyPr/>
          <a:lstStyle/>
          <a:p>
            <a:r>
              <a:rPr lang="en-GB" dirty="0"/>
              <a:t>Start up idea: </a:t>
            </a:r>
            <a:r>
              <a:rPr lang="en-GB" b="1" dirty="0" err="1"/>
              <a:t>SmartBudget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5A29D-5067-407B-A5CB-CFB6080B2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simple mobile/web app that helps students and young people </a:t>
            </a:r>
            <a:r>
              <a:rPr lang="en-GB" b="1" dirty="0"/>
              <a:t>track their income and expenses, create budgets, and understand where their money goes</a:t>
            </a:r>
            <a:r>
              <a:rPr lang="en-GB" dirty="0"/>
              <a:t>.</a:t>
            </a:r>
          </a:p>
          <a:p>
            <a:r>
              <a:rPr lang="en-GB" dirty="0"/>
              <a:t>Here is content you can put directly into each slide: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81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FE88-2601-4E78-ABA5-8AED05A0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AB4747-E201-430F-8DE9-7186E3AAC6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students and young people struggle to manage their money.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spending can easily go untracked.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may run out of money before the end of the month.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financial tools can be complicated for beginners. </a:t>
            </a:r>
          </a:p>
        </p:txBody>
      </p:sp>
    </p:spTree>
    <p:extLst>
      <p:ext uri="{BB962C8B-B14F-4D97-AF65-F5344CB8AC3E}">
        <p14:creationId xmlns:p14="http://schemas.microsoft.com/office/powerpoint/2010/main" val="8427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CC68-D8D1-441C-AE66-D6416F2E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4036-E956-457C-A9FC-3CBE52B8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SmartBudget</a:t>
            </a:r>
            <a:r>
              <a:rPr lang="en-GB" dirty="0"/>
              <a:t> is a simple budgeting app that helps users:</a:t>
            </a:r>
          </a:p>
          <a:p>
            <a:r>
              <a:rPr lang="en-GB" dirty="0"/>
              <a:t>Record income and expenses. </a:t>
            </a:r>
          </a:p>
          <a:p>
            <a:r>
              <a:rPr lang="en-GB" dirty="0"/>
              <a:t>Set spending limits. </a:t>
            </a:r>
          </a:p>
          <a:p>
            <a:r>
              <a:rPr lang="en-GB" dirty="0"/>
              <a:t>Categorize expenses. </a:t>
            </a:r>
          </a:p>
          <a:p>
            <a:r>
              <a:rPr lang="en-GB" dirty="0"/>
              <a:t>Track their remaining budget. </a:t>
            </a:r>
          </a:p>
          <a:p>
            <a:r>
              <a:rPr lang="en-GB" dirty="0"/>
              <a:t>Understand their spending habits.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17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473E-D2AB-4B06-ADA5-90979441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AA419-AD6B-4741-BA07-3C0E4659E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SmartBudget</a:t>
            </a:r>
            <a:r>
              <a:rPr lang="en-GB" dirty="0"/>
              <a:t> will provide:</a:t>
            </a:r>
          </a:p>
          <a:p>
            <a:r>
              <a:rPr lang="en-GB" dirty="0"/>
              <a:t>📱 Mobile-friendly budgeting dashboard </a:t>
            </a:r>
          </a:p>
          <a:p>
            <a:r>
              <a:rPr lang="en-GB" dirty="0"/>
              <a:t>💰 Income and expense tracking </a:t>
            </a:r>
          </a:p>
          <a:p>
            <a:r>
              <a:rPr lang="en-GB" dirty="0"/>
              <a:t>📊 Spending summaries </a:t>
            </a:r>
          </a:p>
          <a:p>
            <a:r>
              <a:rPr lang="en-GB" dirty="0"/>
              <a:t>🎯 Budget goals </a:t>
            </a:r>
          </a:p>
          <a:p>
            <a:r>
              <a:rPr lang="en-GB" dirty="0"/>
              <a:t>🔔 Budget alerts </a:t>
            </a:r>
          </a:p>
          <a:p>
            <a:r>
              <a:rPr lang="en-GB" dirty="0"/>
              <a:t>📈 Simple financial reports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5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44A9-49FA-4C21-9F8B-779B1D73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F8F69-F64C-479A-B857-057999A35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Target Market</a:t>
            </a:r>
            <a:endParaRPr lang="en-GB" dirty="0"/>
          </a:p>
          <a:p>
            <a:r>
              <a:rPr lang="en-GB" dirty="0"/>
              <a:t>Our initial users are:</a:t>
            </a:r>
          </a:p>
          <a:p>
            <a:r>
              <a:rPr lang="en-GB" dirty="0"/>
              <a:t>University and college students </a:t>
            </a:r>
          </a:p>
          <a:p>
            <a:r>
              <a:rPr lang="en-GB" dirty="0"/>
              <a:t>Young professionals </a:t>
            </a:r>
          </a:p>
          <a:p>
            <a:r>
              <a:rPr lang="en-GB" dirty="0"/>
              <a:t>First-time budgeters </a:t>
            </a:r>
          </a:p>
          <a:p>
            <a:r>
              <a:rPr lang="en-GB" dirty="0"/>
              <a:t>Young people who want to improve their financial habits </a:t>
            </a:r>
          </a:p>
          <a:p>
            <a:r>
              <a:rPr lang="en-GB" b="1" dirty="0"/>
              <a:t>Initial focus:</a:t>
            </a:r>
            <a:r>
              <a:rPr lang="en-GB" dirty="0"/>
              <a:t> Young people in Kenya.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01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3316-1A1E-4D1F-A534-9824B02B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9A1E-9BA8-4F48-9792-35DE71210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Kenya has a large and growing population of young people. </a:t>
            </a:r>
          </a:p>
          <a:p>
            <a:r>
              <a:rPr lang="en-GB" dirty="0"/>
              <a:t>Smartphone and mobile-money usage creates an opportunity for digital financial tools. </a:t>
            </a:r>
          </a:p>
          <a:p>
            <a:r>
              <a:rPr lang="en-GB" dirty="0"/>
              <a:t>Our initial focus is students and young professionals. </a:t>
            </a:r>
          </a:p>
          <a:p>
            <a:r>
              <a:rPr lang="en-GB" dirty="0"/>
              <a:t>We can expand to other African markets after validating the product. </a:t>
            </a:r>
          </a:p>
          <a:p>
            <a:r>
              <a:rPr lang="en-GB" b="1" dirty="0"/>
              <a:t>Tip:</a:t>
            </a:r>
            <a:r>
              <a:rPr lang="en-GB" dirty="0"/>
              <a:t> If your PLP template requires exact market-size numbers, use verified statistics rather than inventing figures.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8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7423-31EC-4C71-AD44-5CD5CEE6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Competitors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1115-04CC-43B3-A230-F445E9CC9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Potential alternatives include:</a:t>
            </a:r>
          </a:p>
          <a:p>
            <a:r>
              <a:rPr lang="en-GB" dirty="0"/>
              <a:t>Spreadsheets such as Excel and Google Sheets </a:t>
            </a:r>
          </a:p>
          <a:p>
            <a:r>
              <a:rPr lang="en-GB" dirty="0"/>
              <a:t>General budgeting applications </a:t>
            </a:r>
          </a:p>
          <a:p>
            <a:r>
              <a:rPr lang="en-GB" dirty="0"/>
              <a:t>Mobile-money transaction histories </a:t>
            </a:r>
          </a:p>
          <a:p>
            <a:r>
              <a:rPr lang="en-GB" dirty="0"/>
              <a:t>Traditional notebooks/manual budgeting </a:t>
            </a:r>
          </a:p>
          <a:p>
            <a:r>
              <a:rPr lang="en-GB" b="1" dirty="0"/>
              <a:t>Gap:</a:t>
            </a:r>
            <a:r>
              <a:rPr lang="en-GB" dirty="0"/>
              <a:t> These options may not be designed specifically for beginner budgeters.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13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2E3D-BCCF-4FC1-8E0D-F53B3143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</a:t>
            </a:r>
            <a:r>
              <a:rPr lang="en-GB" dirty="0" err="1"/>
              <a:t>SmartBudget</a:t>
            </a:r>
            <a:r>
              <a:rPr lang="en-GB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E43A5C-A056-41A9-A3D4-CE5730578B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beginner-friendly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around the needs of young people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expense categorization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visual spending summaries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Mobile-first approach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integration with local payment ecosystems </a:t>
            </a:r>
          </a:p>
        </p:txBody>
      </p:sp>
    </p:spTree>
    <p:extLst>
      <p:ext uri="{BB962C8B-B14F-4D97-AF65-F5344CB8AC3E}">
        <p14:creationId xmlns:p14="http://schemas.microsoft.com/office/powerpoint/2010/main" val="254180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F03E-F32E-4274-929D-C8329055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Traction &amp;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5BF2-692E-4E14-91E4-3BCC822F4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Current stage:</a:t>
            </a:r>
            <a:endParaRPr lang="en-GB" dirty="0"/>
          </a:p>
          <a:p>
            <a:r>
              <a:rPr lang="en-GB" dirty="0" err="1"/>
              <a:t>Startup</a:t>
            </a:r>
            <a:r>
              <a:rPr lang="en-GB" dirty="0"/>
              <a:t> concept defined </a:t>
            </a:r>
          </a:p>
          <a:p>
            <a:r>
              <a:rPr lang="en-GB" dirty="0"/>
              <a:t>Problem identified </a:t>
            </a:r>
          </a:p>
          <a:p>
            <a:r>
              <a:rPr lang="en-GB" dirty="0"/>
              <a:t>Initial product features planned </a:t>
            </a:r>
          </a:p>
          <a:p>
            <a:r>
              <a:rPr lang="en-GB" b="1" dirty="0"/>
              <a:t>Roadmap:</a:t>
            </a:r>
            <a:endParaRPr lang="en-GB" dirty="0"/>
          </a:p>
          <a:p>
            <a:r>
              <a:rPr lang="en-GB" b="1" dirty="0"/>
              <a:t>Phase 1:</a:t>
            </a:r>
            <a:r>
              <a:rPr lang="en-GB" dirty="0"/>
              <a:t> User research</a:t>
            </a:r>
            <a:br>
              <a:rPr lang="en-GB" dirty="0"/>
            </a:br>
            <a:r>
              <a:rPr lang="en-GB" b="1" dirty="0"/>
              <a:t>Phase 2:</a:t>
            </a:r>
            <a:r>
              <a:rPr lang="en-GB" dirty="0"/>
              <a:t> Build prototype</a:t>
            </a:r>
            <a:br>
              <a:rPr lang="en-GB" dirty="0"/>
            </a:br>
            <a:r>
              <a:rPr lang="en-GB" b="1" dirty="0"/>
              <a:t>Phase 3:</a:t>
            </a:r>
            <a:r>
              <a:rPr lang="en-GB" dirty="0"/>
              <a:t> Test with students</a:t>
            </a:r>
            <a:br>
              <a:rPr lang="en-GB" dirty="0"/>
            </a:br>
            <a:r>
              <a:rPr lang="en-GB" b="1" dirty="0"/>
              <a:t>Phase 4:</a:t>
            </a:r>
            <a:r>
              <a:rPr lang="en-GB" dirty="0"/>
              <a:t> Launch MVP</a:t>
            </a:r>
            <a:br>
              <a:rPr lang="en-GB" dirty="0"/>
            </a:br>
            <a:r>
              <a:rPr lang="en-GB" b="1" dirty="0"/>
              <a:t>Phase 5:</a:t>
            </a:r>
            <a:r>
              <a:rPr lang="en-GB" dirty="0"/>
              <a:t> Improve based on user feedback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36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A424-97ED-4543-8587-F0CD6735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Revenue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E7AE0-A0BB-45F9-B093-3F812578E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err="1"/>
              <a:t>SmartBudget</a:t>
            </a:r>
            <a:r>
              <a:rPr lang="en-GB" dirty="0"/>
              <a:t> could use a </a:t>
            </a:r>
            <a:r>
              <a:rPr lang="en-GB" b="1" dirty="0"/>
              <a:t>freemium model</a:t>
            </a:r>
            <a:r>
              <a:rPr lang="en-GB" dirty="0"/>
              <a:t>:</a:t>
            </a:r>
          </a:p>
          <a:p>
            <a:r>
              <a:rPr lang="en-GB" b="1" dirty="0"/>
              <a:t>Free</a:t>
            </a:r>
            <a:endParaRPr lang="en-GB" dirty="0"/>
          </a:p>
          <a:p>
            <a:r>
              <a:rPr lang="en-GB" dirty="0"/>
              <a:t>Basic expense tracking </a:t>
            </a:r>
          </a:p>
          <a:p>
            <a:r>
              <a:rPr lang="en-GB" dirty="0"/>
              <a:t>Basic budgeting </a:t>
            </a:r>
          </a:p>
          <a:p>
            <a:r>
              <a:rPr lang="en-GB" dirty="0"/>
              <a:t>Spending summaries </a:t>
            </a:r>
          </a:p>
          <a:p>
            <a:r>
              <a:rPr lang="en-GB" b="1" dirty="0"/>
              <a:t>Premium</a:t>
            </a:r>
            <a:endParaRPr lang="en-GB" dirty="0"/>
          </a:p>
          <a:p>
            <a:r>
              <a:rPr lang="en-GB" dirty="0"/>
              <a:t>Advanced reports </a:t>
            </a:r>
          </a:p>
          <a:p>
            <a:r>
              <a:rPr lang="en-GB" dirty="0"/>
              <a:t>More budgeting features </a:t>
            </a:r>
          </a:p>
          <a:p>
            <a:r>
              <a:rPr lang="en-GB" dirty="0"/>
              <a:t>Personalized insights </a:t>
            </a:r>
          </a:p>
          <a:p>
            <a:r>
              <a:rPr lang="en-GB" dirty="0"/>
              <a:t>Additional financial tools </a:t>
            </a:r>
          </a:p>
          <a:p>
            <a:r>
              <a:rPr lang="en-GB" dirty="0"/>
              <a:t>Possible future revenue sources could include partnerships and carefully selected financial services.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76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39C2-656D-4F29-9AFB-CDECB931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Go-To-Market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181F-FC4E-45CE-B0D7-45722966B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reach our first users through:</a:t>
            </a:r>
          </a:p>
          <a:p>
            <a:r>
              <a:rPr lang="en-GB" dirty="0"/>
              <a:t>Universities and colleges </a:t>
            </a:r>
          </a:p>
          <a:p>
            <a:r>
              <a:rPr lang="en-GB" dirty="0"/>
              <a:t>Student communities </a:t>
            </a:r>
          </a:p>
          <a:p>
            <a:r>
              <a:rPr lang="en-GB" dirty="0"/>
              <a:t>Social media </a:t>
            </a:r>
          </a:p>
          <a:p>
            <a:r>
              <a:rPr lang="en-GB" dirty="0"/>
              <a:t>Student ambassadors </a:t>
            </a:r>
          </a:p>
          <a:p>
            <a:r>
              <a:rPr lang="en-GB" dirty="0"/>
              <a:t>WhatsApp communities </a:t>
            </a:r>
          </a:p>
          <a:p>
            <a:r>
              <a:rPr lang="en-GB" dirty="0"/>
              <a:t>Financial-literacy workshops </a:t>
            </a:r>
          </a:p>
          <a:p>
            <a:r>
              <a:rPr lang="en-GB" dirty="0"/>
              <a:t>Referral programs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35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D257-C415-4CA4-AC9F-FB6B8721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C6BA6-D956-4C80-A476-924AAD2A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We are seeking:</a:t>
            </a:r>
          </a:p>
          <a:p>
            <a:r>
              <a:rPr lang="en-GB" dirty="0"/>
              <a:t>Mentorship from </a:t>
            </a:r>
            <a:r>
              <a:rPr lang="en-GB" dirty="0" err="1"/>
              <a:t>startup</a:t>
            </a:r>
            <a:r>
              <a:rPr lang="en-GB" dirty="0"/>
              <a:t> and financial-technology experts </a:t>
            </a:r>
          </a:p>
          <a:p>
            <a:r>
              <a:rPr lang="en-GB" dirty="0"/>
              <a:t>Feedback from potential users </a:t>
            </a:r>
          </a:p>
          <a:p>
            <a:r>
              <a:rPr lang="en-GB" dirty="0"/>
              <a:t>Support for developing and testing the MVP </a:t>
            </a:r>
          </a:p>
          <a:p>
            <a:r>
              <a:rPr lang="en-GB" dirty="0"/>
              <a:t>Connections with universities and student communities </a:t>
            </a:r>
          </a:p>
          <a:p>
            <a:r>
              <a:rPr lang="en-GB" dirty="0"/>
              <a:t>Potential early-stage funding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064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42CF-4B91-4B8F-8807-EE0EEB77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615CE-DEDC-481D-B2C7-B44683981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Founder:</a:t>
            </a:r>
            <a:r>
              <a:rPr lang="en-GB" dirty="0"/>
              <a:t> </a:t>
            </a:r>
            <a:r>
              <a:rPr lang="en-GB" dirty="0" err="1"/>
              <a:t>Bhan</a:t>
            </a:r>
            <a:r>
              <a:rPr lang="en-GB" dirty="0"/>
              <a:t> </a:t>
            </a:r>
            <a:r>
              <a:rPr lang="en-GB" dirty="0" err="1"/>
              <a:t>Gathak</a:t>
            </a:r>
            <a:r>
              <a:rPr lang="en-GB" dirty="0"/>
              <a:t> </a:t>
            </a:r>
            <a:r>
              <a:rPr lang="en-GB" dirty="0" err="1"/>
              <a:t>Kueth</a:t>
            </a:r>
            <a:endParaRPr lang="en-GB" dirty="0"/>
          </a:p>
          <a:p>
            <a:r>
              <a:rPr lang="en-GB" b="1" dirty="0"/>
              <a:t>Responsibilities:</a:t>
            </a:r>
            <a:endParaRPr lang="en-GB" dirty="0"/>
          </a:p>
          <a:p>
            <a:r>
              <a:rPr lang="en-GB" dirty="0"/>
              <a:t>Product idea and vision </a:t>
            </a:r>
          </a:p>
          <a:p>
            <a:r>
              <a:rPr lang="en-GB" dirty="0"/>
              <a:t>User research </a:t>
            </a:r>
          </a:p>
          <a:p>
            <a:r>
              <a:rPr lang="en-GB" dirty="0"/>
              <a:t>Product development </a:t>
            </a:r>
          </a:p>
          <a:p>
            <a:r>
              <a:rPr lang="en-GB" dirty="0"/>
              <a:t>Customer feedback </a:t>
            </a:r>
          </a:p>
          <a:p>
            <a:r>
              <a:rPr lang="en-GB" dirty="0" err="1"/>
              <a:t>Startup</a:t>
            </a:r>
            <a:r>
              <a:rPr lang="en-GB" dirty="0"/>
              <a:t> planning </a:t>
            </a:r>
          </a:p>
          <a:p>
            <a:r>
              <a:rPr lang="en-GB" b="1" dirty="0"/>
              <a:t>Future team members:</a:t>
            </a:r>
            <a:endParaRPr lang="en-GB" dirty="0"/>
          </a:p>
          <a:p>
            <a:r>
              <a:rPr lang="en-GB" dirty="0"/>
              <a:t>Software developer </a:t>
            </a:r>
          </a:p>
          <a:p>
            <a:r>
              <a:rPr lang="en-GB" dirty="0"/>
              <a:t>UI/UX designer </a:t>
            </a:r>
          </a:p>
          <a:p>
            <a:r>
              <a:rPr lang="en-GB" dirty="0"/>
              <a:t>Marketing/community lead </a:t>
            </a:r>
          </a:p>
          <a:p>
            <a:r>
              <a:rPr lang="en-GB" dirty="0"/>
              <a:t>Finance/business advisor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471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Start up idea: SmartBudget</vt:lpstr>
      <vt:lpstr>The Problem</vt:lpstr>
      <vt:lpstr>Our Solution</vt:lpstr>
      <vt:lpstr>Our Product</vt:lpstr>
      <vt:lpstr>Target Market</vt:lpstr>
      <vt:lpstr>Market Opportunity</vt:lpstr>
      <vt:lpstr>Competitors</vt:lpstr>
      <vt:lpstr>Why SmartBudget?</vt:lpstr>
      <vt:lpstr>Traction &amp; Roadmap</vt:lpstr>
      <vt:lpstr>Revenue Model</vt:lpstr>
      <vt:lpstr>Go-To-Market Strategy</vt:lpstr>
      <vt:lpstr>Our Ask</vt:lpstr>
      <vt:lpstr> Our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up idea: SmartBudget</dc:title>
  <dc:creator>Sarah Adam</dc:creator>
  <cp:lastModifiedBy>Sarah Adam</cp:lastModifiedBy>
  <cp:revision>2</cp:revision>
  <dcterms:created xsi:type="dcterms:W3CDTF">2026-10-01T13:11:40Z</dcterms:created>
  <dcterms:modified xsi:type="dcterms:W3CDTF">2026-10-01T13:25:12Z</dcterms:modified>
</cp:coreProperties>
</file>